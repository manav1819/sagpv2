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727692-4B33-4CA1-A68E-9B55BB6699DF}" v="1" dt="2026-03-29T16:36:51.0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200" d="100"/>
          <a:sy n="200" d="100"/>
        </p:scale>
        <p:origin x="104" y="-2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v Patel" userId="e48d272e3b4799e6" providerId="LiveId" clId="{30E3C8C0-F958-426A-892A-321B25E60F5F}"/>
    <pc:docChg chg="modSld">
      <pc:chgData name="Manav Patel" userId="e48d272e3b4799e6" providerId="LiveId" clId="{30E3C8C0-F958-426A-892A-321B25E60F5F}" dt="2026-03-29T16:37:49.085" v="100" actId="20577"/>
      <pc:docMkLst>
        <pc:docMk/>
      </pc:docMkLst>
      <pc:sldChg chg="modSp mod">
        <pc:chgData name="Manav Patel" userId="e48d272e3b4799e6" providerId="LiveId" clId="{30E3C8C0-F958-426A-892A-321B25E60F5F}" dt="2026-03-29T16:37:01.345" v="43" actId="20577"/>
        <pc:sldMkLst>
          <pc:docMk/>
          <pc:sldMk cId="0" sldId="256"/>
        </pc:sldMkLst>
        <pc:spChg chg="mod">
          <ac:chgData name="Manav Patel" userId="e48d272e3b4799e6" providerId="LiveId" clId="{30E3C8C0-F958-426A-892A-321B25E60F5F}" dt="2026-03-29T16:37:01.345" v="43" actId="20577"/>
          <ac:spMkLst>
            <pc:docMk/>
            <pc:sldMk cId="0" sldId="256"/>
            <ac:spMk id="10" creationId="{00000000-0000-0000-0000-000000000000}"/>
          </ac:spMkLst>
        </pc:spChg>
        <pc:spChg chg="mod">
          <ac:chgData name="Manav Patel" userId="e48d272e3b4799e6" providerId="LiveId" clId="{30E3C8C0-F958-426A-892A-321B25E60F5F}" dt="2026-03-29T16:36:31.452" v="6" actId="20577"/>
          <ac:spMkLst>
            <pc:docMk/>
            <pc:sldMk cId="0" sldId="256"/>
            <ac:spMk id="12" creationId="{00000000-0000-0000-0000-000000000000}"/>
          </ac:spMkLst>
        </pc:spChg>
        <pc:spChg chg="mod">
          <ac:chgData name="Manav Patel" userId="e48d272e3b4799e6" providerId="LiveId" clId="{30E3C8C0-F958-426A-892A-321B25E60F5F}" dt="2026-03-29T16:36:39.565" v="19" actId="20577"/>
          <ac:spMkLst>
            <pc:docMk/>
            <pc:sldMk cId="0" sldId="256"/>
            <ac:spMk id="13" creationId="{00000000-0000-0000-0000-000000000000}"/>
          </ac:spMkLst>
        </pc:spChg>
      </pc:sldChg>
      <pc:sldChg chg="modSp mod">
        <pc:chgData name="Manav Patel" userId="e48d272e3b4799e6" providerId="LiveId" clId="{30E3C8C0-F958-426A-892A-321B25E60F5F}" dt="2026-03-29T16:37:49.085" v="100" actId="20577"/>
        <pc:sldMkLst>
          <pc:docMk/>
          <pc:sldMk cId="0" sldId="257"/>
        </pc:sldMkLst>
        <pc:spChg chg="mod">
          <ac:chgData name="Manav Patel" userId="e48d272e3b4799e6" providerId="LiveId" clId="{30E3C8C0-F958-426A-892A-321B25E60F5F}" dt="2026-03-29T16:37:49.085" v="100" actId="20577"/>
          <ac:spMkLst>
            <pc:docMk/>
            <pc:sldMk cId="0" sldId="257"/>
            <ac:spMk id="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7447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217920" y="-1097280"/>
            <a:ext cx="5486400" cy="54864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132320" y="2560320"/>
            <a:ext cx="3474720" cy="3474720"/>
          </a:xfrm>
          <a:prstGeom prst="ellipse">
            <a:avLst/>
          </a:prstGeom>
          <a:solidFill>
            <a:srgbClr val="14B8A6">
              <a:alpha val="7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54864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188720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57200" y="1188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</a:rPr>
              <a:t>PROOF OF CONCEPT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457200" y="1536192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SAGP</a:t>
            </a:r>
            <a:endParaRPr lang="en-US" sz="8600" dirty="0"/>
          </a:p>
        </p:txBody>
      </p:sp>
      <p:sp>
        <p:nvSpPr>
          <p:cNvPr id="9" name="Text 6"/>
          <p:cNvSpPr/>
          <p:nvPr/>
        </p:nvSpPr>
        <p:spPr>
          <a:xfrm>
            <a:off x="457200" y="278892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Awareness Gamification Platform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457200" y="34015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Manav Patel  ·  Nirav Patel ·  </a:t>
            </a:r>
            <a:r>
              <a:rPr lang="en-US" sz="13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Dhruvil</a:t>
            </a: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Patel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57200" y="37673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7200" y="4169664"/>
            <a:ext cx="1682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457200" y="4498848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212848" y="4206240"/>
            <a:ext cx="22860" cy="56692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2286000" y="4169664"/>
            <a:ext cx="1682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2286000" y="4498848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Built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041648" y="4206240"/>
            <a:ext cx="22860" cy="56692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4114800" y="4169664"/>
            <a:ext cx="1682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4114800" y="4498848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Types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870448" y="4206240"/>
            <a:ext cx="22860" cy="56692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5943600" y="4169664"/>
            <a:ext cx="1682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5943600" y="4498848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Tables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Platform Overview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0" y="0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 ·  March 2026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1938528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7" name="Shape 5"/>
          <p:cNvSpPr/>
          <p:nvPr/>
        </p:nvSpPr>
        <p:spPr>
          <a:xfrm>
            <a:off x="365760" y="987552"/>
            <a:ext cx="1938528" cy="594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30352" y="1133856"/>
            <a:ext cx="457200" cy="457200"/>
          </a:xfrm>
          <a:prstGeom prst="ellipse">
            <a:avLst/>
          </a:prstGeom>
          <a:solidFill>
            <a:srgbClr val="0D9488">
              <a:alpha val="78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216152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60704" y="1133856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Engine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30352" y="1664208"/>
            <a:ext cx="168249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 Inbox</a:t>
            </a:r>
            <a:endParaRPr lang="en-US" sz="800" dirty="0"/>
          </a:p>
          <a:p>
            <a:pPr>
              <a:buSzPct val="100000"/>
            </a:pP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514600" y="987552"/>
            <a:ext cx="1938528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2514600" y="987552"/>
            <a:ext cx="1938528" cy="594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2679192" y="1133856"/>
            <a:ext cx="457200" cy="457200"/>
          </a:xfrm>
          <a:prstGeom prst="ellipse">
            <a:avLst/>
          </a:prstGeom>
          <a:solidFill>
            <a:srgbClr val="7C3AED">
              <a:alpha val="78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1488" y="1216152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09544" y="1133856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Gamification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2679192" y="1664208"/>
            <a:ext cx="168249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&amp; Multipliers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Achievement Badges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4-Scope Leaderboard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Battle Events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4663440" y="987552"/>
            <a:ext cx="1938528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4663440" y="987552"/>
            <a:ext cx="1938528" cy="5943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4828032" y="1133856"/>
            <a:ext cx="457200" cy="457200"/>
          </a:xfrm>
          <a:prstGeom prst="ellipse">
            <a:avLst/>
          </a:prstGeom>
          <a:solidFill>
            <a:srgbClr val="0891B2">
              <a:alpha val="78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0328" y="1216152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358384" y="1133856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&amp; Risk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4828032" y="1664208"/>
            <a:ext cx="168249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Risk Score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Security Personas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Fingerprint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Score Gauge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6812280" y="987552"/>
            <a:ext cx="1938528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6812280" y="987552"/>
            <a:ext cx="1938528" cy="594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6976872" y="1133856"/>
            <a:ext cx="457200" cy="457200"/>
          </a:xfrm>
          <a:prstGeom prst="ellipse">
            <a:avLst/>
          </a:prstGeom>
          <a:solidFill>
            <a:srgbClr val="059669">
              <a:alpha val="78000"/>
            </a:srgbClr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9168" y="1216152"/>
            <a:ext cx="292608" cy="29260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507224" y="1133856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6976872" y="1664208"/>
            <a:ext cx="168249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/ ISO 27001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SOC2 / HIPAA / PCI-DSS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Campaigns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Logging</a:t>
            </a:r>
            <a:endParaRPr lang="en-US" sz="800" dirty="0"/>
          </a:p>
        </p:txBody>
      </p:sp>
      <p:sp>
        <p:nvSpPr>
          <p:cNvPr id="30" name="Shape 24"/>
          <p:cNvSpPr/>
          <p:nvPr/>
        </p:nvSpPr>
        <p:spPr>
          <a:xfrm>
            <a:off x="365760" y="2843784"/>
            <a:ext cx="8412480" cy="21717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5"/>
          <p:cNvSpPr/>
          <p:nvPr/>
        </p:nvSpPr>
        <p:spPr>
          <a:xfrm>
            <a:off x="365760" y="2843784"/>
            <a:ext cx="64008" cy="21717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6"/>
          <p:cNvSpPr/>
          <p:nvPr/>
        </p:nvSpPr>
        <p:spPr>
          <a:xfrm>
            <a:off x="548640" y="29535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Highlights</a:t>
            </a:r>
            <a:endParaRPr lang="en-US" sz="110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" y="3300984"/>
            <a:ext cx="274320" cy="27432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877824" y="330098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+ TypeScript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877824" y="3593592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type-safe, App Router SPA</a:t>
            </a:r>
            <a:endParaRPr lang="en-US" sz="750" dirty="0"/>
          </a:p>
        </p:txBody>
      </p:sp>
      <p:sp>
        <p:nvSpPr>
          <p:cNvPr id="36" name="Shape 29"/>
          <p:cNvSpPr/>
          <p:nvPr/>
        </p:nvSpPr>
        <p:spPr>
          <a:xfrm>
            <a:off x="2459736" y="2953512"/>
            <a:ext cx="22860" cy="19522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15184" y="3300984"/>
            <a:ext cx="274320" cy="27432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2980944" y="330098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+ PostgreSQL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2980944" y="3593592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tables, RLS &amp; Realtime WebSocket</a:t>
            </a:r>
            <a:endParaRPr lang="en-US" sz="750" dirty="0"/>
          </a:p>
        </p:txBody>
      </p:sp>
      <p:sp>
        <p:nvSpPr>
          <p:cNvPr id="40" name="Shape 32"/>
          <p:cNvSpPr/>
          <p:nvPr/>
        </p:nvSpPr>
        <p:spPr>
          <a:xfrm>
            <a:off x="4562856" y="2953512"/>
            <a:ext cx="22860" cy="19522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8304" y="3300984"/>
            <a:ext cx="274320" cy="27432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5084064" y="330098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Phaser.js Game Server</a:t>
            </a:r>
            <a:endParaRPr lang="en-US" sz="900" dirty="0"/>
          </a:p>
        </p:txBody>
      </p:sp>
      <p:sp>
        <p:nvSpPr>
          <p:cNvPr id="43" name="Text 34"/>
          <p:cNvSpPr/>
          <p:nvPr/>
        </p:nvSpPr>
        <p:spPr>
          <a:xfrm>
            <a:off x="5084064" y="3593592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handoff · HMAC-signed results</a:t>
            </a:r>
            <a:endParaRPr lang="en-US" sz="750" dirty="0"/>
          </a:p>
        </p:txBody>
      </p:sp>
      <p:sp>
        <p:nvSpPr>
          <p:cNvPr id="44" name="Shape 35"/>
          <p:cNvSpPr/>
          <p:nvPr/>
        </p:nvSpPr>
        <p:spPr>
          <a:xfrm>
            <a:off x="6665976" y="2953512"/>
            <a:ext cx="22860" cy="19522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21424" y="3300984"/>
            <a:ext cx="274320" cy="274320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7187184" y="330098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Role Dashboards</a:t>
            </a:r>
            <a:endParaRPr lang="en-US" sz="900" dirty="0"/>
          </a:p>
        </p:txBody>
      </p:sp>
      <p:sp>
        <p:nvSpPr>
          <p:cNvPr id="47" name="Text 37"/>
          <p:cNvSpPr/>
          <p:nvPr/>
        </p:nvSpPr>
        <p:spPr>
          <a:xfrm>
            <a:off x="7187184" y="3593592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SuperAdmin → Org Admin → Manager → Employee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127</Words>
  <Application>Microsoft Office PowerPoint</Application>
  <PresentationFormat>On-screen Show (16:9)</PresentationFormat>
  <Paragraphs>41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Arial Black</vt:lpstr>
      <vt:lpstr>Calibri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SAGP – Security Awareness Gamification Platform</dc:title>
  <dc:subject>PptxGenJS Presentation</dc:subject>
  <dc:creator>Manav Patel &amp; Nirav</dc:creator>
  <cp:lastModifiedBy>Manav Patel</cp:lastModifiedBy>
  <cp:revision>1</cp:revision>
  <dcterms:created xsi:type="dcterms:W3CDTF">2026-03-29T16:26:20Z</dcterms:created>
  <dcterms:modified xsi:type="dcterms:W3CDTF">2026-03-29T16:37:56Z</dcterms:modified>
</cp:coreProperties>
</file>